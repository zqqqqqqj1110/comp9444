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emf" ContentType="image/x-emf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7b12248be40fe" /><Relationship Type="http://schemas.openxmlformats.org/officeDocument/2006/relationships/extended-properties" Target="/docProps/app.xml" Id="R63964ba977034809" /><Relationship Type="http://schemas.openxmlformats.org/officeDocument/2006/relationships/officeDocument" Target="/ppt/presentation.xml" Id="Rf1947bc03bc8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cc5b5c77e4052"/>
  </p:sldMasterIdLst>
  <p:notesMasterIdLst>
    <p:notesMasterId xmlns:r="http://schemas.openxmlformats.org/officeDocument/2006/relationships" r:id="Re9c4470276114078"/>
  </p:notesMasterIdLst>
  <p:sldIdLst>
    <p:sldId xmlns:r="http://schemas.openxmlformats.org/officeDocument/2006/relationships" id="256" r:id="Rf785efa253cd4c7a"/>
    <p:sldId xmlns:r="http://schemas.openxmlformats.org/officeDocument/2006/relationships" id="257" r:id="Rd8f9ce9c83394b54"/>
    <p:sldId xmlns:r="http://schemas.openxmlformats.org/officeDocument/2006/relationships" id="258" r:id="R1e54248fa9db4311"/>
    <p:sldId xmlns:r="http://schemas.openxmlformats.org/officeDocument/2006/relationships" id="259" r:id="R839092e0a14a4150"/>
    <p:sldId xmlns:r="http://schemas.openxmlformats.org/officeDocument/2006/relationships" id="260" r:id="R997f3fd6192845d6"/>
    <p:sldId xmlns:r="http://schemas.openxmlformats.org/officeDocument/2006/relationships" id="261" r:id="Rb64e84ae81a44f41"/>
    <p:sldId xmlns:r="http://schemas.openxmlformats.org/officeDocument/2006/relationships" id="262" r:id="R2abcc2c4ae934432"/>
    <p:sldId xmlns:r="http://schemas.openxmlformats.org/officeDocument/2006/relationships" id="263" r:id="Rf99de2eabe2f4c90"/>
    <p:sldId xmlns:r="http://schemas.openxmlformats.org/officeDocument/2006/relationships" id="264" r:id="R1b06b724cf7f4480"/>
    <p:sldId xmlns:r="http://schemas.openxmlformats.org/officeDocument/2006/relationships" id="265" r:id="R7893a445f72b4bd3"/>
    <p:sldId xmlns:r="http://schemas.openxmlformats.org/officeDocument/2006/relationships" id="266" r:id="R3cb6e5b460c24ea9"/>
    <p:sldId xmlns:r="http://schemas.openxmlformats.org/officeDocument/2006/relationships" id="267" r:id="R106a3cdcc66d489f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90B10CE5-6882-2DE7-9902-BAC4E601EA9A}" name="Ramtin Gharleghi" initials="RG" userId="S::z5190098@ad.unsw.edu.au::2d9e2e9d-6010-4e5a-81fc-9c56bfbf9f7a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9e6ce1d64f4e79" /><Relationship Type="http://schemas.openxmlformats.org/officeDocument/2006/relationships/slideMaster" Target="/ppt/slideMasters/slideMaster1.xml" Id="Re2bcc5b5c77e4052" /><Relationship Type="http://schemas.openxmlformats.org/officeDocument/2006/relationships/notesMaster" Target="/ppt/notesMasters/notesMaster1.xml" Id="Re9c4470276114078" /><Relationship Type="http://schemas.openxmlformats.org/officeDocument/2006/relationships/presProps" Target="/ppt/presProps.xml" Id="R339f9a18a99c46ed" /><Relationship Type="http://schemas.openxmlformats.org/officeDocument/2006/relationships/viewProps" Target="/ppt/viewProps.xml" Id="R88e70042cd324312" /><Relationship Type="http://schemas.openxmlformats.org/officeDocument/2006/relationships/tableStyles" Target="/ppt/tableStyles.xml" Id="R59a6ba23d04741cd" /><Relationship Type="http://schemas.microsoft.com/office/2018/10/relationships/authors" Target="/ppt/authors.xml" Id="Rab9c0c6dd81b4871" /><Relationship Type="http://schemas.openxmlformats.org/officeDocument/2006/relationships/slide" Target="/ppt/slides/slide1.xml" Id="Rf785efa253cd4c7a" /><Relationship Type="http://schemas.openxmlformats.org/officeDocument/2006/relationships/slide" Target="/ppt/slides/slide2.xml" Id="Rd8f9ce9c83394b54" /><Relationship Type="http://schemas.openxmlformats.org/officeDocument/2006/relationships/slide" Target="/ppt/slides/slide3.xml" Id="R1e54248fa9db4311" /><Relationship Type="http://schemas.openxmlformats.org/officeDocument/2006/relationships/slide" Target="/ppt/slides/slide4.xml" Id="R839092e0a14a4150" /><Relationship Type="http://schemas.openxmlformats.org/officeDocument/2006/relationships/slide" Target="/ppt/slides/slide5.xml" Id="R997f3fd6192845d6" /><Relationship Type="http://schemas.openxmlformats.org/officeDocument/2006/relationships/slide" Target="/ppt/slides/slide6.xml" Id="Rb64e84ae81a44f41" /><Relationship Type="http://schemas.openxmlformats.org/officeDocument/2006/relationships/slide" Target="/ppt/slides/slide7.xml" Id="R2abcc2c4ae934432" /><Relationship Type="http://schemas.openxmlformats.org/officeDocument/2006/relationships/slide" Target="/ppt/slides/slide8.xml" Id="Rf99de2eabe2f4c90" /><Relationship Type="http://schemas.openxmlformats.org/officeDocument/2006/relationships/slide" Target="/ppt/slides/slide9.xml" Id="R1b06b724cf7f4480" /><Relationship Type="http://schemas.openxmlformats.org/officeDocument/2006/relationships/slide" Target="/ppt/slides/slide10.xml" Id="R7893a445f72b4bd3" /><Relationship Type="http://schemas.openxmlformats.org/officeDocument/2006/relationships/slide" Target="/ppt/slides/slide11.xml" Id="R3cb6e5b460c24ea9" /><Relationship Type="http://schemas.openxmlformats.org/officeDocument/2006/relationships/slide" Target="/ppt/slides/slide12.xml" Id="R106a3cdcc66d48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533f530b8b44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6da1c5989c4c9b" /><Relationship Type="http://schemas.openxmlformats.org/officeDocument/2006/relationships/notesMaster" Target="/ppt/notesMasters/notesMaster1.xml" Id="Rc10d009041c442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01ed9c18e64ff7" /><Relationship Type="http://schemas.openxmlformats.org/officeDocument/2006/relationships/notesMaster" Target="/ppt/notesMasters/notesMaster1.xml" Id="Rd84668c0adcb41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6868f286474317" /><Relationship Type="http://schemas.openxmlformats.org/officeDocument/2006/relationships/notesMaster" Target="/ppt/notesMasters/notesMaster1.xml" Id="R34b635132a684d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9ee5069f3d42cb" /><Relationship Type="http://schemas.openxmlformats.org/officeDocument/2006/relationships/notesMaster" Target="/ppt/notesMasters/notesMaster1.xml" Id="Rdb1555ba68cd48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63f89e403444ab" /><Relationship Type="http://schemas.openxmlformats.org/officeDocument/2006/relationships/notesMaster" Target="/ppt/notesMasters/notesMaster1.xml" Id="Rd0faa282c45148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c17d824dad4c90" /><Relationship Type="http://schemas.openxmlformats.org/officeDocument/2006/relationships/notesMaster" Target="/ppt/notesMasters/notesMaster1.xml" Id="R4439a01c164540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c03fae4a240ed" /><Relationship Type="http://schemas.openxmlformats.org/officeDocument/2006/relationships/notesMaster" Target="/ppt/notesMasters/notesMaster1.xml" Id="R0a47d16dbaf948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1e0146afea40ce" /><Relationship Type="http://schemas.openxmlformats.org/officeDocument/2006/relationships/notesMaster" Target="/ppt/notesMasters/notesMaster1.xml" Id="Ra8d7f8d6b1e24d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4cb7fa15ec466f" /><Relationship Type="http://schemas.openxmlformats.org/officeDocument/2006/relationships/notesMaster" Target="/ppt/notesMasters/notesMaster1.xml" Id="R6c8aac561aa24f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37f2d2c03e4b70" /><Relationship Type="http://schemas.openxmlformats.org/officeDocument/2006/relationships/notesMaster" Target="/ppt/notesMasters/notesMaster1.xml" Id="R0d712e012cb441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f0eb531964f91" /><Relationship Type="http://schemas.openxmlformats.org/officeDocument/2006/relationships/notesMaster" Target="/ppt/notesMasters/notesMaster1.xml" Id="R09517770505a45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8a6be61a124698" /><Relationship Type="http://schemas.openxmlformats.org/officeDocument/2006/relationships/notesMaster" Target="/ppt/notesMasters/notesMaster1.xml" Id="Rbc10da52a01840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b2667667947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28bb1849fa4a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1c8946f7e4e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1085506bc47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da2ddb7a654e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858bbfddcd4b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28ac153a04a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f39bf022246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a22bbaac68492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0dfffbaeb4d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24dd1150a4f3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f5f41874f4f22" /><Relationship Type="http://schemas.openxmlformats.org/officeDocument/2006/relationships/image" Target="/ppt/media/image.png" Id="R66fcf2d7a59a464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990197c054e47" /><Relationship Type="http://schemas.openxmlformats.org/officeDocument/2006/relationships/image" Target="/ppt/media/image.emf" Id="R1ab57b782c234b8e" /><Relationship Type="http://schemas.openxmlformats.org/officeDocument/2006/relationships/image" Target="/ppt/media/image2.emf" Id="R2eade68bfd1b4f8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D9CC69-1DB5-8B4C-E984-537775889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746AB9C-35E1-72A7-C1BD-2A68ABDF5C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BADF0C-51C6-7419-3D8D-CE50A38B86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5DC2B86-F199-D6C7-6508-0F212835FA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6CA229-935C-8099-0E86-5ECC48D06E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1DEDE7-E9E0-024D-ECA2-08E54B25DB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17D77A-76FB-85A4-F394-25213E4C8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DFCDC2-DAA7-2417-8C12-59AD99F73D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94E4FE-3DEB-1A78-A982-79D37BE3D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F844F9-28BE-776B-9E9D-2D8B60BFE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9646D2-4849-55F2-9EDF-A792D2D5D8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A57F27-84A0-5427-C58F-7B0A3B7D3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151D2F-4DB1-E58D-F5B2-22856EBD9F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64215E-C1E7-0772-7B69-C49D663C03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C38AE6-A79D-47C3-230B-1AC81712AB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0A1BEC-192D-937E-DA59-2C1E6F928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84B18E9-9BA1-6BDC-7D49-312A5A52B1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12D44C6-412A-DD4D-862D-B5E514E9B1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7240C3E-1460-3B32-C784-A5390B8194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6C3E9E-91F4-68EB-3214-136D87F19E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FAA5AB8-7D83-5F63-650F-2F42E603A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889673-788D-CEB8-3CAB-5325857C7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7A4327-CB54-2F05-89B1-AE24F04363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7E392B2-77BB-A618-6A0F-13C2A2CD9F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2758D8B-E275-A357-1522-80C6F2515F2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DDB81CE-9484-C3CC-76E1-DBC0AAD00E9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387C95D1-9F2A-BFEE-8F8A-A71FEA5D4B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D2A9D27-286A-0CD0-536E-3C31470F9E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683C16E-2B21-4D45-0DB5-880C81E3FE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30EBF-8DA3-0A25-1033-CC234E8A46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45438F8-89A1-A067-F8E9-70C1687FAE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5613E1D-0C4A-5D32-26F9-1BCEB8481A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DFB03E-F9B4-2433-81E1-3BD50D86FC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98F21A5-757D-D6A3-9443-5A6371AF2C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2F14B1B-5FF6-8469-6441-EB5B8B69B1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12CD0E0-0D21-6F48-935E-F6B75CC63D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CDA84B-7940-7822-2557-A9F64C4F6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31BFA02-B7AD-C565-8B71-EBFE90B147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C65417-3DB2-4D8D-8200-BD30635C58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50B6C3-E111-C7CB-AC6A-CC00EF12A6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88C9C6B-73DF-DF29-7D8E-406889E845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E5FA417-731E-9727-AF6F-6D28C1550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892BEE-A08A-4C6E-7CF0-B5E142A6A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CB7E99-09CB-4FCE-7697-4152BD23EA1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76087A-FE5D-60D9-AE0C-90223805AB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0EC7038-77D9-3267-A27B-7B49BB1DB3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4014C3-2621-ED8B-BAFE-7382D98EBB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C83137F-F472-9F0A-46F3-68538886E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4E9202-C610-B140-08AE-44A7A81AE1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2C6ED7-FC32-3714-E040-43D1C4BE2F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690846-30E1-0BAF-95AF-2C33ADEE6F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EBE872-C7C3-B46E-9774-8FB6415FB2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6FBA00-691F-09A6-F95B-E68F8744BC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9E502C-2424-B094-C539-7DA0B74C68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953B7A-E936-2389-15BD-97911F5B1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E08DFD5-019B-E5BD-82F1-29E012B370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F73B12-943B-CDB8-92BA-AA488F9AD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FD7ABB-25EC-73C5-D340-E23440DCE8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70D427A-31A8-804F-A88E-B2237F6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06291" y="372292"/>
            <a:ext cx="779419" cy="121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cf2d7a59a46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07849" y="6139546"/>
            <a:ext cx="598271" cy="701040"/>
          </a:xfrm>
          <a:prstGeom xmlns:a="http://schemas.openxmlformats.org/drawingml/2006/main" prst="rect">
            <a:avLst/>
          </a:prstGeom>
        </p:spPr>
      </p:pic>
      <p:sp>
        <p:nvSpPr>
          <p:cNvPr id="4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14B686-A7B8-C34E-BD3F-17AD72808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B41C51-D68E-9449-86C7-CBC06D1C8A0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088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latin typeface="Arial"/>
                <a:ea typeface="Arial"/>
                <a:cs typeface="Arial"/>
              </a:defRPr>
            </a:lvl1pPr>
            <a:lvl2pPr>
              <a:buNone/>
              <a:defRPr>
                <a:latin typeface="Arial"/>
                <a:ea typeface="Arial"/>
                <a:cs typeface="Arial"/>
              </a:defRPr>
            </a:lvl2pPr>
            <a:lvl3pPr>
              <a:buNone/>
              <a:defRPr>
                <a:latin typeface="Arial"/>
                <a:ea typeface="Arial"/>
                <a:cs typeface="Arial"/>
              </a:defRPr>
            </a:lvl3pPr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183BF01-419E-0890-7FE1-A0EF7A192F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1BC6101-507B-F3EE-D41C-583775C6FD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985946-5ABD-9B6F-9732-CD57BE2421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F9CB962-B705-314A-93E0-7EFEF584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"/>
            <a:ext cx="5543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C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57b782c234b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999759">
            <a:off x="1292068" y="-612610"/>
            <a:ext cx="5135041" cy="7002330"/>
          </a:xfrm>
          <a:prstGeom xmlns:a="http://schemas.openxmlformats.org/drawingml/2006/main" prst="rect">
            <a:avLst/>
          </a:prstGeom>
        </p:spPr>
      </p:pic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de68bfd1b4f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055" y="4792776"/>
            <a:ext cx="1760572" cy="184224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af16f33e0c4bcc" /><Relationship Type="http://schemas.openxmlformats.org/officeDocument/2006/relationships/slideLayout" Target="/ppt/slideLayouts/slideLayout1.xml" Id="R2f68c0413bda4fd1" /><Relationship Type="http://schemas.openxmlformats.org/officeDocument/2006/relationships/slideLayout" Target="/ppt/slideLayouts/slideLayout2.xml" Id="Rb90ebc7d8dc548f3" /><Relationship Type="http://schemas.openxmlformats.org/officeDocument/2006/relationships/slideLayout" Target="/ppt/slideLayouts/slideLayout3.xml" Id="Reb587af41d37478f" /><Relationship Type="http://schemas.openxmlformats.org/officeDocument/2006/relationships/slideLayout" Target="/ppt/slideLayouts/slideLayout4.xml" Id="R815b9e493e7f4a42" /><Relationship Type="http://schemas.openxmlformats.org/officeDocument/2006/relationships/slideLayout" Target="/ppt/slideLayouts/slideLayout5.xml" Id="R51122c502a524271" /><Relationship Type="http://schemas.openxmlformats.org/officeDocument/2006/relationships/slideLayout" Target="/ppt/slideLayouts/slideLayout6.xml" Id="R88fbcce2c89b468d" /><Relationship Type="http://schemas.openxmlformats.org/officeDocument/2006/relationships/slideLayout" Target="/ppt/slideLayouts/slideLayout7.xml" Id="Rd9f2f9ef62034f7c" /><Relationship Type="http://schemas.openxmlformats.org/officeDocument/2006/relationships/slideLayout" Target="/ppt/slideLayouts/slideLayout8.xml" Id="Rd73b43cd492f4f8a" /><Relationship Type="http://schemas.openxmlformats.org/officeDocument/2006/relationships/slideLayout" Target="/ppt/slideLayouts/slideLayout9.xml" Id="R79394a54ac6a4fe2" /><Relationship Type="http://schemas.openxmlformats.org/officeDocument/2006/relationships/slideLayout" Target="/ppt/slideLayouts/slideLayout10.xml" Id="Rf0dfd59bd2324fc4" /><Relationship Type="http://schemas.openxmlformats.org/officeDocument/2006/relationships/slideLayout" Target="/ppt/slideLayouts/slideLayout11.xml" Id="Rae4b92f210d6465a" /><Relationship Type="http://schemas.openxmlformats.org/officeDocument/2006/relationships/slideLayout" Target="/ppt/slideLayouts/slideLayout12.xml" Id="R9d627392468947c6" /><Relationship Type="http://schemas.openxmlformats.org/officeDocument/2006/relationships/slideLayout" Target="/ppt/slideLayouts/slideLayout13.xml" Id="R6318a8510a8d4c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9814D76-5DF1-A4E1-1338-B03D3642B4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DC58865-62AB-234F-36FF-19D673DE87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927987-368E-CEF9-CAA0-8405857172F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EC300B-6F01-71B4-9B2C-1056A57DE4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400E20-46EB-CC1D-6BF8-5489021285B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BAD6A8B-B5C3-4437-A9DE-A8C2149171DD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68c0413bda4fd1"/>
    <p:sldLayoutId xmlns:r="http://schemas.openxmlformats.org/officeDocument/2006/relationships" id="2147483650" r:id="Rb90ebc7d8dc548f3"/>
    <p:sldLayoutId xmlns:r="http://schemas.openxmlformats.org/officeDocument/2006/relationships" id="2147483651" r:id="Reb587af41d37478f"/>
    <p:sldLayoutId xmlns:r="http://schemas.openxmlformats.org/officeDocument/2006/relationships" id="2147483652" r:id="R815b9e493e7f4a42"/>
    <p:sldLayoutId xmlns:r="http://schemas.openxmlformats.org/officeDocument/2006/relationships" id="2147483653" r:id="R51122c502a524271"/>
    <p:sldLayoutId xmlns:r="http://schemas.openxmlformats.org/officeDocument/2006/relationships" id="2147483654" r:id="R88fbcce2c89b468d"/>
    <p:sldLayoutId xmlns:r="http://schemas.openxmlformats.org/officeDocument/2006/relationships" id="2147483655" r:id="Rd9f2f9ef62034f7c"/>
    <p:sldLayoutId xmlns:r="http://schemas.openxmlformats.org/officeDocument/2006/relationships" id="2147483656" r:id="Rd73b43cd492f4f8a"/>
    <p:sldLayoutId xmlns:r="http://schemas.openxmlformats.org/officeDocument/2006/relationships" id="2147483657" r:id="R79394a54ac6a4fe2"/>
    <p:sldLayoutId xmlns:r="http://schemas.openxmlformats.org/officeDocument/2006/relationships" id="2147483658" r:id="Rf0dfd59bd2324fc4"/>
    <p:sldLayoutId xmlns:r="http://schemas.openxmlformats.org/officeDocument/2006/relationships" id="2147483659" r:id="Rae4b92f210d6465a"/>
    <p:sldLayoutId xmlns:r="http://schemas.openxmlformats.org/officeDocument/2006/relationships" id="2147483660" r:id="R9d627392468947c6"/>
    <p:sldLayoutId xmlns:r="http://schemas.openxmlformats.org/officeDocument/2006/relationships" id="2147483661" r:id="R6318a8510a8d4c6c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b4f30099e804a35" /><Relationship Type="http://schemas.openxmlformats.org/officeDocument/2006/relationships/image" Target="/ppt/media/image2.png" Id="R917c992ac30c4a0e" /><Relationship Type="http://schemas.openxmlformats.org/officeDocument/2006/relationships/image" Target="/ppt/media/image3.png" Id="Rd46038490d774fec" /><Relationship Type="http://schemas.openxmlformats.org/officeDocument/2006/relationships/notesSlide" Target="/ppt/notesSlides/notesSlide1.xml" Id="R978882638c6545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d905dbdc1c4e47" /><Relationship Type="http://schemas.openxmlformats.org/officeDocument/2006/relationships/image" Target="/ppt/media/image4.png" Id="R7b31e6ede6ab4352" /><Relationship Type="http://schemas.openxmlformats.org/officeDocument/2006/relationships/notesSlide" Target="/ppt/notesSlides/notesSlide2.xml" Id="Rd31f7db3af004a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b573ce691045e2" /><Relationship Type="http://schemas.openxmlformats.org/officeDocument/2006/relationships/notesSlide" Target="/ppt/notesSlides/notesSlide3.xml" Id="R1967e4da274f4f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1b33e9743c843b3" /><Relationship Type="http://schemas.openxmlformats.org/officeDocument/2006/relationships/notesSlide" Target="/ppt/notesSlides/notesSlide4.xml" Id="R0e01bc6e3f4948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5fa47ae2d584ea1" /><Relationship Type="http://schemas.openxmlformats.org/officeDocument/2006/relationships/image" Target="/ppt/media/image4.png" Id="R57ec6d76f2824acf" /><Relationship Type="http://schemas.openxmlformats.org/officeDocument/2006/relationships/notesSlide" Target="/ppt/notesSlides/notesSlide5.xml" Id="R2fe24ea2316a4d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1219446be44832" /><Relationship Type="http://schemas.openxmlformats.org/officeDocument/2006/relationships/notesSlide" Target="/ppt/notesSlides/notesSlide6.xml" Id="R1ad06325581549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65964a36c354ce3" /><Relationship Type="http://schemas.openxmlformats.org/officeDocument/2006/relationships/notesSlide" Target="/ppt/notesSlides/notesSlide7.xml" Id="R40cdb0dd392c4a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c32ec9be79845d6" /><Relationship Type="http://schemas.openxmlformats.org/officeDocument/2006/relationships/image" Target="/ppt/media/image4.png" Id="R4d4cb920721e4078" /><Relationship Type="http://schemas.openxmlformats.org/officeDocument/2006/relationships/notesSlide" Target="/ppt/notesSlides/notesSlide8.xml" Id="R5f19cbdf9a2e4d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c19ea567ea47e7" /><Relationship Type="http://schemas.openxmlformats.org/officeDocument/2006/relationships/notesSlide" Target="/ppt/notesSlides/notesSlide9.xml" Id="R656c7475afaf4d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f5ae5ddee3343b7" /><Relationship Type="http://schemas.openxmlformats.org/officeDocument/2006/relationships/image" Target="/ppt/media/image4.png" Id="R904b7c032127422d" /><Relationship Type="http://schemas.openxmlformats.org/officeDocument/2006/relationships/notesSlide" Target="/ppt/notesSlides/notesSlide10.xml" Id="R0ecc59d846c542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d46625296a4b01" /><Relationship Type="http://schemas.openxmlformats.org/officeDocument/2006/relationships/notesSlide" Target="/ppt/notesSlides/notesSlide11.xml" Id="Rf6eb1cb1f80048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44fbef903b4c7f" /><Relationship Type="http://schemas.openxmlformats.org/officeDocument/2006/relationships/image" Target="/ppt/media/image.jpeg" Id="Rbaac6049d0a246bb" /><Relationship Type="http://schemas.openxmlformats.org/officeDocument/2006/relationships/hyperlink" Target="https://www.picpedia.org/highway-signs/q/questions.html" TargetMode="External" Id="R42052bf3433f4829" /><Relationship Type="http://schemas.openxmlformats.org/officeDocument/2006/relationships/hyperlink" Target="https://creativecommons.org/licenses/by-sa/3.0/" TargetMode="External" Id="R202398cbfeac4451" /><Relationship Type="http://schemas.openxmlformats.org/officeDocument/2006/relationships/notesSlide" Target="/ppt/notesSlides/notesSlide12.xml" Id="Red487600ffcf4c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7DFF856-7F9C-9D4C-B764-1C7E4E72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8497" y="2236126"/>
            <a:ext cx="5622524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latin typeface="Arial"/>
                <a:ea typeface="Arial"/>
                <a:cs typeface="Arial"/>
              </a:rPr>
              <a:t>Project Title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CCCC68E-A06E-1747-A719-B74DFB9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4831" y="2562407"/>
            <a:ext cx="6638005" cy="347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>
                <a:latin typeface="Arial"/>
                <a:ea typeface="Arial"/>
                <a:cs typeface="Arial"/>
              </a:rPr>
              <a:t>Team Name</a:t>
            </a:r>
          </a:p>
          <a:p xmlns:a="http://schemas.openxmlformats.org/drawingml/2006/main">
            <a:pPr algn="ctr">
              <a:buNone/>
            </a:pPr>
          </a:p>
          <a:p xmlns:a="http://schemas.openxmlformats.org/drawingml/2006/main">
            <a:pPr>
              <a:buNone/>
            </a:pPr>
            <a:r>
              <a:rPr sz="2800">
                <a:latin typeface="Arial"/>
                <a:ea typeface="Arial"/>
                <a:cs typeface="Arial"/>
              </a:rPr>
              <a:t>Alan Blair (zxxxxxxx)</a:t>
            </a:r>
          </a:p>
          <a:p xmlns:a="http://schemas.openxmlformats.org/drawingml/2006/main">
            <a:pPr>
              <a:buNone/>
            </a:pPr>
            <a:r>
              <a:rPr sz="2800">
                <a:latin typeface="Arial"/>
                <a:ea typeface="Arial"/>
                <a:cs typeface="Arial"/>
              </a:rPr>
              <a:t>Fatemeh </a:t>
            </a:r>
            <a:r>
              <a:rPr sz="2800">
                <a:latin typeface="Arial"/>
                <a:ea typeface="Arial"/>
                <a:cs typeface="Arial"/>
              </a:rPr>
              <a:t>Morgani</a:t>
            </a:r>
            <a:r>
              <a:rPr sz="2800">
                <a:latin typeface="Arial"/>
                <a:ea typeface="Arial"/>
                <a:cs typeface="Arial"/>
              </a:rPr>
              <a:t> (zxxxxxxx)</a:t>
            </a:r>
          </a:p>
          <a:p xmlns:a="http://schemas.openxmlformats.org/drawingml/2006/main">
            <a:pPr>
              <a:buNone/>
            </a:pPr>
            <a:r>
              <a:rPr sz="2800">
                <a:latin typeface="Arial"/>
                <a:ea typeface="Arial"/>
                <a:cs typeface="Arial"/>
              </a:rPr>
              <a:t>Hao Xue (zxxxxxxx)</a:t>
            </a:r>
          </a:p>
          <a:p xmlns:a="http://schemas.openxmlformats.org/drawingml/2006/main">
            <a:pPr>
              <a:buNone/>
            </a:pPr>
            <a:r>
              <a:rPr sz="2800">
                <a:latin typeface="Arial"/>
                <a:ea typeface="Arial"/>
                <a:cs typeface="Arial"/>
              </a:rPr>
              <a:t>Jingying</a:t>
            </a:r>
            <a:r>
              <a:rPr sz="2800">
                <a:latin typeface="Arial"/>
                <a:ea typeface="Arial"/>
                <a:cs typeface="Arial"/>
              </a:rPr>
              <a:t> Gao (zxxxxxxx)</a:t>
            </a:r>
          </a:p>
          <a:p xmlns:a="http://schemas.openxmlformats.org/drawingml/2006/main">
            <a:pPr>
              <a:buNone/>
            </a:pPr>
            <a:r>
              <a:rPr sz="2800">
                <a:latin typeface="Arial"/>
                <a:ea typeface="Arial"/>
                <a:cs typeface="Arial"/>
              </a:rPr>
              <a:t>Zahra </a:t>
            </a:r>
            <a:r>
              <a:rPr sz="2800">
                <a:latin typeface="Arial"/>
                <a:ea typeface="Arial"/>
                <a:cs typeface="Arial"/>
              </a:rPr>
              <a:t>Donyavi</a:t>
            </a:r>
            <a:r>
              <a:rPr sz="2800">
                <a:latin typeface="Arial"/>
                <a:ea typeface="Arial"/>
                <a:cs typeface="Arial"/>
              </a:rPr>
              <a:t> (zxxxxxxx)</a:t>
            </a: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c992ac30c4a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44026" y="0"/>
            <a:ext cx="3349808" cy="2280048"/>
          </a:xfrm>
          <a:prstGeom xmlns:a="http://schemas.openxmlformats.org/drawingml/2006/main" prst="rect">
            <a:avLst/>
          </a:prstGeom>
        </p:spPr>
      </p:pic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038490d774f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3834" y="0"/>
            <a:ext cx="3288197" cy="22800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10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This is just an example, please change images and content as per the project. Also, change Presenter’s name and </a:t>
            </a:r>
            <a:r>
              <a:t>zID</a:t>
            </a:r>
            <a:r>
              <a:t> for the final project presentation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Image Segmentation: </a:t>
            </a:r>
            <a:r>
              <a:rPr>
                <a:solidFill>
                  <a:srgbClr val="C00000"/>
                </a:solidFill>
              </a:rPr>
              <a:t>Identifying which image pixels belong to an object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One of the </a:t>
            </a:r>
            <a:r>
              <a:rPr>
                <a:solidFill>
                  <a:srgbClr val="C00000"/>
                </a:solidFill>
              </a:rPr>
              <a:t>core tasks in computer vision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Broad array of applications: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Medical Image Analysis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Scientific imagery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Editing photos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Autonomous Vehicles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Robotics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Agriculture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…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2</a:t>
            </a:fld>
          </a:p>
        </p:txBody>
      </p:sp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1e6ede6ab4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3663" y="3053225"/>
            <a:ext cx="6706689" cy="282941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Alan Blair (zxxxxxxx)</a:t>
            </a:r>
          </a:p>
        </p:txBody>
      </p:sp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Just provide summary in 2 slides of relevant papers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4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Fatemeh </a:t>
            </a:r>
            <a:r>
              <a:rPr sz="1100">
                <a:latin typeface="Arial"/>
                <a:ea typeface="Arial"/>
                <a:cs typeface="Arial"/>
              </a:rPr>
              <a:t>Morgani</a:t>
            </a:r>
            <a:r>
              <a:rPr sz="1100">
                <a:latin typeface="Arial"/>
                <a:ea typeface="Arial"/>
                <a:cs typeface="Arial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Literature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Just provide summary in 2 slides of relevant papers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4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Fatemeh </a:t>
            </a:r>
            <a:r>
              <a:rPr sz="1100">
                <a:latin typeface="Arial"/>
                <a:ea typeface="Arial"/>
                <a:cs typeface="Arial"/>
              </a:rPr>
              <a:t>Morgani</a:t>
            </a:r>
            <a:r>
              <a:rPr sz="1100">
                <a:latin typeface="Arial"/>
                <a:ea typeface="Arial"/>
                <a:cs typeface="Arial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This is just an example, please change images and content as per the project. Also, change Presenter’s name and </a:t>
            </a:r>
            <a:r>
              <a:t>zID</a:t>
            </a:r>
            <a:r>
              <a:t> for the final project presentation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Image Segmentation: </a:t>
            </a:r>
            <a:r>
              <a:rPr>
                <a:solidFill>
                  <a:srgbClr val="C00000"/>
                </a:solidFill>
              </a:rPr>
              <a:t>Identifying which image pixels belong to an object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One of the </a:t>
            </a:r>
            <a:r>
              <a:rPr>
                <a:solidFill>
                  <a:srgbClr val="C00000"/>
                </a:solidFill>
              </a:rPr>
              <a:t>core tasks in computer vision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Broad array of applications: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Medical Image Analysis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Scientific imagery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Editing photos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Autonomous Vehicles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Robotics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Agriculture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…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2</a:t>
            </a:fld>
          </a:p>
        </p:txBody>
      </p:sp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c6d76f2824a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3663" y="3053225"/>
            <a:ext cx="6706689" cy="282941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Alan Blair (zxxxxxxx)</a:t>
            </a:r>
          </a:p>
        </p:txBody>
      </p:sp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Method(s)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Details here …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7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</a:t>
            </a:r>
            <a:r>
              <a:rPr sz="1100">
                <a:latin typeface="Arial"/>
                <a:ea typeface="Arial"/>
                <a:cs typeface="Arial"/>
              </a:rPr>
              <a:t>Jingying</a:t>
            </a:r>
            <a:r>
              <a:rPr sz="1100">
                <a:latin typeface="Arial"/>
                <a:ea typeface="Arial"/>
                <a:cs typeface="Arial"/>
              </a:rPr>
              <a:t> Gao (zxxxxxxx)</a:t>
            </a:r>
          </a:p>
        </p:txBody>
      </p:sp>
    </p:spTree>
    <p:extLst>
      <p:ext uri="{BB962C8B-B14F-4D97-AF65-F5344CB8AC3E}">
        <p14:creationId xmlns:p14="http://schemas.microsoft.com/office/powerpoint/2010/main" val="5462831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Data Analysis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Briefly provide details here …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6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Hao Xue (zxxxxxxx)</a:t>
            </a:r>
          </a:p>
        </p:txBody>
      </p:sp>
    </p:spTree>
    <p:extLst>
      <p:ext uri="{BB962C8B-B14F-4D97-AF65-F5344CB8AC3E}">
        <p14:creationId xmlns:p14="http://schemas.microsoft.com/office/powerpoint/2010/main" val="9460888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This is just an example, please change images and content as per the project. Also, change Presenter’s name and </a:t>
            </a:r>
            <a:r>
              <a:t>zID</a:t>
            </a:r>
            <a:r>
              <a:t> for the final project presentation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Image Segmentation: </a:t>
            </a:r>
            <a:r>
              <a:rPr>
                <a:solidFill>
                  <a:srgbClr val="C00000"/>
                </a:solidFill>
              </a:rPr>
              <a:t>Identifying which image pixels belong to an object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One of the </a:t>
            </a:r>
            <a:r>
              <a:rPr>
                <a:solidFill>
                  <a:srgbClr val="C00000"/>
                </a:solidFill>
              </a:rPr>
              <a:t>core tasks in computer vision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Broad array of applications: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Medical Image Analysis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Scientific imagery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Editing photos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Autonomous Vehicles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Robotics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Agriculture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…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2</a:t>
            </a:fld>
          </a:p>
        </p:txBody>
      </p:sp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4cb920721e4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3663" y="3053225"/>
            <a:ext cx="6706689" cy="282941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Alan Blair (zxxxxxxx)</a:t>
            </a:r>
          </a:p>
        </p:txBody>
      </p:sp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Results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Details here …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8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Zahra </a:t>
            </a:r>
            <a:r>
              <a:rPr sz="1100">
                <a:latin typeface="Arial"/>
                <a:ea typeface="Arial"/>
                <a:cs typeface="Arial"/>
              </a:rPr>
              <a:t>Donyavi</a:t>
            </a:r>
            <a:r>
              <a:rPr sz="1100">
                <a:latin typeface="Arial"/>
                <a:ea typeface="Arial"/>
                <a:cs typeface="Arial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22621917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This is just an example, please change images and content as per the project. Also, change Presenter’s name and </a:t>
            </a:r>
            <a:r>
              <a:t>zID</a:t>
            </a:r>
            <a:r>
              <a:t> for the final project presentation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Image Segmentation: </a:t>
            </a:r>
            <a:r>
              <a:rPr>
                <a:solidFill>
                  <a:srgbClr val="C00000"/>
                </a:solidFill>
              </a:rPr>
              <a:t>Identifying which image pixels belong to an object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One of the </a:t>
            </a:r>
            <a:r>
              <a:rPr>
                <a:solidFill>
                  <a:srgbClr val="C00000"/>
                </a:solidFill>
              </a:rPr>
              <a:t>core tasks in computer vision</a:t>
            </a:r>
          </a:p>
          <a:p xmlns:a="http://schemas.openxmlformats.org/drawingml/2006/main">
            <a:pPr>
              <a:buFont typeface="Wingdings"/>
              <a:buChar char="Ø"/>
            </a:pPr>
            <a:r>
              <a:t> Broad array of applications: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Medical Image Analysis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Scientific imagery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Editing photos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Autonomous Vehicles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Robotics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Agriculture </a:t>
            </a:r>
          </a:p>
          <a:p xmlns:a="http://schemas.openxmlformats.org/drawingml/2006/main">
            <a:pPr lvl="1">
              <a:buFont typeface="Wingdings"/>
              <a:buChar char="Ø"/>
            </a:pPr>
            <a:r>
              <a:t> …</a:t>
            </a:r>
          </a:p>
          <a:p xmlns:a="http://schemas.openxmlformats.org/drawingml/2006/main">
            <a:pPr marL="0" indent="0">
              <a:buNone/>
            </a:pP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2</a:t>
            </a:fld>
          </a:p>
        </p:txBody>
      </p:sp>
      <p:pic>
        <p:nvPicPr>
          <p:cNvPr id="10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b7c03212742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3663" y="3053225"/>
            <a:ext cx="6706689" cy="2829415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Alan Blair (zxxxxxxx)</a:t>
            </a:r>
          </a:p>
        </p:txBody>
      </p:sp>
    </p:spTree>
    <p:extLst>
      <p:ext uri="{BB962C8B-B14F-4D97-AF65-F5344CB8AC3E}">
        <p14:creationId xmlns:p14="http://schemas.microsoft.com/office/powerpoint/2010/main" val="42413636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Conclusion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31648" y="975360"/>
            <a:ext cx="11631168" cy="5035296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Font typeface="Wingdings"/>
              <a:buChar char="Ø"/>
            </a:pPr>
            <a:r>
              <a:t> Write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10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3" y="6225545"/>
            <a:ext cx="7326086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latin typeface="Arial"/>
                <a:ea typeface="Arial"/>
                <a:cs typeface="Arial"/>
              </a:rPr>
              <a:t>Presenter: Zahra </a:t>
            </a:r>
            <a:r>
              <a:rPr sz="1100">
                <a:latin typeface="Arial"/>
                <a:ea typeface="Arial"/>
                <a:cs typeface="Arial"/>
              </a:rPr>
              <a:t>Donyavi</a:t>
            </a:r>
            <a:r>
              <a:rPr sz="1100">
                <a:latin typeface="Arial"/>
                <a:ea typeface="Arial"/>
                <a:cs typeface="Arial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40329157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648" y="136525"/>
            <a:ext cx="11631168" cy="8388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pic>
        <p:nvPicPr>
          <p:cNvPr id="11" name="Content Placeholder 6"/>
          <p:cNvPicPr>
            <a:picLocks xmlns:a="http://schemas.openxmlformats.org/drawingml/2006/main" noChangeAspect="1"/>
          </p:cNvPicPr>
          <p:nvPr>
            <p:ph idx="1"/>
          </p:nvPr>
        </p:nvPicPr>
        <p:blipFill>
          <a:blip xmlns:r="http://schemas.openxmlformats.org/officeDocument/2006/relationships" xmlns:a="http://schemas.openxmlformats.org/drawingml/2006/main" r:embed="Rbaac6049d0a246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66192" y="1233577"/>
            <a:ext cx="6705280" cy="4589253"/>
          </a:xfrm>
        </p:spPr>
      </p:pic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AD6A8B-B5C3-4437-A9DE-A8C2149171DD}" type="slidenum">
              <a:t>11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CE4871-DE5C-860E-EE36-92B2A299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81" y="6308080"/>
            <a:ext cx="670528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hlinkClick xmlns:r="http://schemas.openxmlformats.org/officeDocument/2006/relationships" r:id="R42052bf3433f4829"/>
              </a:rPr>
              <a:t>This Photo</a:t>
            </a:r>
            <a:r>
              <a:rPr sz="900"/>
              <a:t> by Unknown Author is licensed under </a:t>
            </a:r>
            <a:r>
              <a:rPr sz="900">
                <a:hlinkClick xmlns:r="http://schemas.openxmlformats.org/officeDocument/2006/relationships" r:id="R202398cbfeac4451"/>
              </a:rPr>
              <a:t>CC BY-SA</a:t>
            </a:r>
          </a:p>
        </p:txBody>
      </p:sp>
    </p:spTree>
    <p:extLst>
      <p:ext uri="{BB962C8B-B14F-4D97-AF65-F5344CB8AC3E}">
        <p14:creationId xmlns:p14="http://schemas.microsoft.com/office/powerpoint/2010/main" val="109005133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2026-07-29T08:35:55.5980000Z</dcterms:created>
  <dcterms:modified xsi:type="dcterms:W3CDTF">2026-07-29T08:35:55.5980000Z</dcterms:modified>
</coreProperties>
</file>